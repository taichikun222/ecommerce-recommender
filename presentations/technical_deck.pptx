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E-Commerce Product Recommender</a:t>
            </a:r>
          </a:p>
          <a:p>
            <a:pPr>
              <a:defRPr sz="2000">
                <a:solidFill>
                  <a:srgbClr val="CCD6E8"/>
                </a:solidFill>
              </a:defRPr>
            </a:pPr>
            <a:r>
              <a:t>Technical Overview - Methodology, Models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7BD"/>
                </a:solidFill>
              </a:defRPr>
            </a:pPr>
            <a:r>
              <a:t>Capstone Project | notebooks/01_eda_and_recommender.ipynb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Task type: Recommendation system (not classification/regression)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Approach: Item-based Collaborative Filtering vs. Content-Based baseline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Metric: Precision@5 - of the top 5 recommended products, how many did the user actually buy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Business KPI: Increased cross-sell rate / average order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10,000 orders | 2,890 users | 500 products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No missing values, no duplicates, no negative prices/quantities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88% of users have 2+ orders - enough repeat-purchase signal for collaborative filtering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Price/qty/total_price: 7-9% flagged as outliers (IQR rule) - genuine bulk/premium orders, not errors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Critical finding: product_id does not map to a fixed real-world product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   - Each ID shows up under an average of 7.3 of 8 possible categories, with wildly different prices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   - Caps content-based model quality and adds noise to fairness results (see later slides)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Distributions</a:t>
            </a:r>
          </a:p>
        </p:txBody>
      </p:sp>
      <p:pic>
        <p:nvPicPr>
          <p:cNvPr id="4" name="Picture 3" descr="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25792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95959"/>
                </a:solidFill>
              </a:defRPr>
            </a:pPr>
            <a:r>
              <a:t>Price distribution, orders by country, orders by customer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Applied EDA</a:t>
            </a:r>
          </a:p>
        </p:txBody>
      </p:sp>
      <p:pic>
        <p:nvPicPr>
          <p:cNvPr id="4" name="Picture 3" descr="orders_per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280160"/>
            <a:ext cx="7315200" cy="4120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95959"/>
                </a:solidFill>
              </a:defRPr>
            </a:pPr>
            <a:r>
              <a:t>Orders per user - most users have 2-5 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 Engineering &amp;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15 engineered per-user features: 7 behavioral (spend, tenure, recency...) + 8 category-spend shares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Feature Selection (Filter Method): correlation check found num_orders / num_categories redundant (r=0.87)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   - Dropped num_orders, kept num_categories (more directly tied to cross-sell KPI)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Result: 14 features carried forward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Dimensionality Reduction - PCA</a:t>
            </a:r>
          </a:p>
        </p:txBody>
      </p:sp>
      <p:pic>
        <p:nvPicPr>
          <p:cNvPr id="4" name="Picture 3" descr="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280160"/>
            <a:ext cx="7315200" cy="5788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95959"/>
                </a:solidFill>
              </a:defRPr>
            </a:pPr>
            <a:r>
              <a:t>8 of 14 components needed for 80% variance; PC1/PC2 shown here explain 35%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 Importance (Model-Based)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280160"/>
            <a:ext cx="7315200" cy="4537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95959"/>
                </a:solidFill>
              </a:defRPr>
            </a:pPr>
            <a:r>
              <a:t>Random Forest predicting customer_segment: avg_order_value &amp; total_spent dominate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Explainability - SHAP</a:t>
            </a:r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280160"/>
            <a:ext cx="7315200" cy="6376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95959"/>
                </a:solidFill>
              </a:defRPr>
            </a:pPr>
            <a:r>
              <a:t>SHAP values for the High-Value segment class confirm feature importance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Comparison &amp; Evaluation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972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365760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Precision@5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44"/>
                          </a:solidFill>
                        </a:defRPr>
                      </a:pPr>
                      <a:r>
                        <a:t>Item-based Collaborative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44"/>
                          </a:solidFill>
                        </a:defRPr>
                      </a:pPr>
                      <a:r>
                        <a:t>0.011 (3/266 hits)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44"/>
                          </a:solidFill>
                        </a:defRPr>
                      </a:pPr>
                      <a:r>
                        <a:t>Co-purchase behavior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44"/>
                          </a:solidFill>
                        </a:defRPr>
                      </a:pPr>
                      <a:r>
                        <a:t>Content-Based (category + price)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44"/>
                          </a:solidFill>
                        </a:defRPr>
                      </a:pPr>
                      <a:r>
                        <a:t>0.011 (3/266 hits)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44"/>
                          </a:solidFill>
                        </a:defRPr>
                      </a:pPr>
                      <a:r>
                        <a:t>Item content similarity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92608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</a:defRPr>
            </a:pPr>
            <a:r>
              <a:t>• Leave-one-out evaluation: hold out each user's most recent purchase, check if top-5 recovers it</a:t>
            </a:r>
          </a:p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</a:defRPr>
            </a:pPr>
            <a:r>
              <a:t>• Leakage bug found &amp; fixed: original code excluded the held-out item from candidates by construction</a:t>
            </a:r>
          </a:p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</a:defRPr>
            </a:pPr>
            <a:r>
              <a:t>• Final choice: Collaborative Filtering (doesn't depend on unreliable product_id metadata)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Fairness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Checked Precision@5 across customer_segment and country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Demographic parity difference: 0.077 (segment) / 0.083 (country)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Disparate impact ratio: ~0.0 for both - technically fails the 80% rule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Caveat: group sizes are tiny (segments 13/74/179; countries down to n=1)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   - Read as 'not enough data to rule out unfairness', not 'proven unfair'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Cold-start: 11.3% of test users got zero recommendations (no purchase history)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Overfitting: segment classifier 99.3% train vs 68.3% test accuracy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Mitigations: popularity fallback for cold-start, reweighting underrepresented groups,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   - more data collection, regularize classifier, fix product_id data quality upstream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