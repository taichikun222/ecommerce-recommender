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Boosting Cross-Sell with Smart Recommendations</a:t>
            </a:r>
          </a:p>
          <a:p>
            <a:pPr>
              <a:defRPr sz="2000">
                <a:solidFill>
                  <a:srgbClr val="CCD6E8"/>
                </a:solidFill>
              </a:defRPr>
            </a:pPr>
            <a:r>
              <a:t>Business Review - Product Recommendation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126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AA7BD"/>
                </a:solidFill>
              </a:defRPr>
            </a:pPr>
            <a:r>
              <a:t>Prepared for: Executive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Recommend the right products to the right customers, automatically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Goal: increase cross-sell rate and average order value (AOV)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Approach: learn from what customers already buy, and from product similarity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A 'customers like you also bought...' recommendation engine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Compared against a second approach based on product category/price similarity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Both were tested the same way: could we have predicted each customer's next purchase?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Data We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10,000 past orders across 2,890 customers and 500 products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88% of customers have bought more than once - a solid foundation to learn from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Data is clean: no missing records, no duplicates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Honest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Current accuracy is low: about 1 in 100 predictions matches the customer's actual next purchase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Both approaches landed at the exact same score - this points to a data issue, not a flawed idea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Root cause: our product catalog data doesn't consistently track what each product actually 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A recommendation engine is only as good as the product data behind it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Right now, the same product ID is linked to many different items over time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Fixing this data issue is the single highest-leverage next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Risk: Uneven Experience Across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Smaller customer groups (by region or spend tier) have less purchase history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This means recommendation quality is not yet consistent for every customer segment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We flag this now so it's managed deliberately, not discovered after launch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It Would Take to 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1. Clean up the product catalog so each product ID is stable and trustworthy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2. Collect more purchase history, especially in underrepresented regions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3. Add a safe fallback (show popular items) for new/inactive customers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4. Re-test accuracy after the above - only scale once results clearly justify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Recommended Path 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Phase 1 (short-term): Fix product catalog data quality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Phase 2 (mid-term): Re-run evaluation, expect meaningfully higher accuracy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Phase 3 (long-term): Pilot with a small customer segment before full rollout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Do not scale to all customers on current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The recommendation approach is sound - the bottleneck is data quality, not the model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We now have a clear, honest baseline and a concrete plan to improve it</a:t>
            </a:r>
          </a:p>
          <a:p>
            <a:pPr>
              <a:spcAft>
                <a:spcPts val="1000"/>
              </a:spcAft>
              <a:defRPr sz="1800">
                <a:solidFill>
                  <a:srgbClr val="1F2A44"/>
                </a:solidFill>
              </a:defRPr>
            </a:pPr>
            <a:r>
              <a:t>• Low investment (data cleanup) unlocks the path to the cross-sell / AOV upside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